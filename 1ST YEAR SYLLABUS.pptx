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46" d="100"/>
          <a:sy n="46" d="100"/>
        </p:scale>
        <p:origin x="-1782" y="-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D8397-0148-4D2D-96B7-9EB240AAEA3B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08F76D-A7AB-4D61-ABED-8234CCB674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08F76D-A7AB-4D61-ABED-8234CCB67496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A2A7-EC2A-40F1-8FF3-A10692052621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9F334-CB53-469D-9F81-98080457A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G-20250627-WA0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867" y="1785918"/>
            <a:ext cx="5718425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Student Name:                                                                 Batch Name:</a:t>
            </a:r>
          </a:p>
          <a:p>
            <a:r>
              <a:rPr lang="en-US" sz="1600" dirty="0" smtClean="0"/>
              <a:t>Registration No:                                                                     Year:</a:t>
            </a:r>
          </a:p>
          <a:p>
            <a:r>
              <a:rPr lang="en-US" b="1" dirty="0"/>
              <a:t> </a:t>
            </a:r>
            <a:r>
              <a:rPr lang="en-US" b="1" dirty="0" smtClean="0"/>
              <a:t>                         1</a:t>
            </a:r>
            <a:r>
              <a:rPr lang="en-US" b="1" baseline="30000" dirty="0" smtClean="0"/>
              <a:t> </a:t>
            </a:r>
            <a:r>
              <a:rPr lang="en-US" b="1" dirty="0" smtClean="0"/>
              <a:t>YEAR COURSE FASHION ILLUSRATION </a:t>
            </a:r>
            <a:endParaRPr lang="en-US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7166" y="2714616"/>
          <a:ext cx="6072231" cy="64293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31597"/>
                <a:gridCol w="1697296"/>
                <a:gridCol w="1214446"/>
                <a:gridCol w="1214446"/>
                <a:gridCol w="1214446"/>
              </a:tblGrid>
              <a:tr h="487075">
                <a:tc>
                  <a:txBody>
                    <a:bodyPr/>
                    <a:lstStyle/>
                    <a:p>
                      <a:pPr lvl="0" algn="ctr"/>
                      <a:r>
                        <a:rPr lang="en-US" sz="1200" b="1" dirty="0" smtClean="0"/>
                        <a:t>S.NO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TOPIC NAMES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COMPLETED</a:t>
                      </a:r>
                      <a:r>
                        <a:rPr lang="en-US" sz="1200" b="1" baseline="0" dirty="0" smtClean="0"/>
                        <a:t> </a:t>
                      </a:r>
                    </a:p>
                    <a:p>
                      <a:pPr algn="ctr"/>
                      <a:r>
                        <a:rPr lang="en-US" sz="1200" b="1" baseline="0" dirty="0" smtClean="0"/>
                        <a:t>DATE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SUBMISSSION DATE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REMARKS</a:t>
                      </a:r>
                      <a:endParaRPr lang="en-US" sz="1200" b="1" dirty="0"/>
                    </a:p>
                  </a:txBody>
                  <a:tcPr/>
                </a:tc>
              </a:tr>
              <a:tr h="38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Lines and curves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Shape and Form 2D,3D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Space (P , N</a:t>
                      </a:r>
                      <a:r>
                        <a:rPr lang="en-US" sz="1100" baseline="0" dirty="0" smtClean="0"/>
                        <a:t> , M)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Value Shading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870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Pointing</a:t>
                      </a:r>
                      <a:r>
                        <a:rPr lang="en-US" sz="1100" baseline="0" dirty="0" smtClean="0"/>
                        <a:t> and shading techniques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870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Enlargement and reduction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Textures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Color wheel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Types</a:t>
                      </a:r>
                      <a:r>
                        <a:rPr lang="en-US" sz="1100" baseline="0" dirty="0" smtClean="0"/>
                        <a:t> of color wheel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Value</a:t>
                      </a:r>
                      <a:r>
                        <a:rPr lang="en-US" sz="1100" baseline="0" dirty="0" smtClean="0"/>
                        <a:t>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70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Tint , tone , shade techniques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9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Warm and cool colors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707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Color</a:t>
                      </a:r>
                      <a:r>
                        <a:rPr lang="en-US" sz="1100" baseline="0" dirty="0" smtClean="0"/>
                        <a:t> schemes ( mono &amp; achromatic)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87075">
                <a:tc>
                  <a:txBody>
                    <a:bodyPr/>
                    <a:lstStyle/>
                    <a:p>
                      <a:pPr algn="ctr"/>
                      <a:r>
                        <a:rPr lang="en-US" sz="1200" smtClean="0"/>
                        <a:t>14</a:t>
                      </a:r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Principle of designs</a:t>
                      </a:r>
                    </a:p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5728" y="214282"/>
          <a:ext cx="6215105" cy="86439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3021"/>
                <a:gridCol w="1243021"/>
                <a:gridCol w="1243021"/>
                <a:gridCol w="1243021"/>
                <a:gridCol w="1243021"/>
              </a:tblGrid>
              <a:tr h="45134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Rendering stroke techniques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5134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Variation of single motif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908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6 types of Repeats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28659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10</a:t>
                      </a:r>
                      <a:r>
                        <a:rPr lang="en-US" sz="1100" b="1" baseline="0" dirty="0" smtClean="0"/>
                        <a:t> HEAD FASHION CROQUIS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80597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Types of Accessories and garment sillouts sketching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5134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10</a:t>
                      </a:r>
                      <a:r>
                        <a:rPr lang="en-US" sz="1100" baseline="0" dirty="0" smtClean="0"/>
                        <a:t> head block figure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86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Flesh figure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5134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Front and back pose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86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Hand</a:t>
                      </a:r>
                      <a:r>
                        <a:rPr lang="en-US" sz="1100" baseline="0" dirty="0" smtClean="0"/>
                        <a:t> movements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62865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6 types of movement poses</a:t>
                      </a:r>
                    </a:p>
                    <a:p>
                      <a:pPr algn="ctr"/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134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Skin tone rendering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86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Casual</a:t>
                      </a:r>
                      <a:r>
                        <a:rPr lang="en-US" sz="1100" baseline="0" dirty="0" smtClean="0"/>
                        <a:t> wear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86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Formal wear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8686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Western wear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5134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Indo western</a:t>
                      </a:r>
                      <a:r>
                        <a:rPr lang="en-US" sz="1100" baseline="0" dirty="0" smtClean="0"/>
                        <a:t> wear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86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Ethnic wear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86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Traditional wear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86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Stylized figures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8686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Beach wear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-20250627-WA0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5867" y="1785918"/>
            <a:ext cx="5616922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Student Name:                                                                 Batch Name:</a:t>
            </a:r>
          </a:p>
          <a:p>
            <a:r>
              <a:rPr lang="en-US" sz="1600" dirty="0" smtClean="0"/>
              <a:t>Registration No:                                                                     Year:</a:t>
            </a:r>
          </a:p>
          <a:p>
            <a:r>
              <a:rPr lang="en-US" b="1" dirty="0" smtClean="0"/>
              <a:t>                            1 YEAR  COURSE PATTERN MAKING </a:t>
            </a:r>
            <a:endParaRPr lang="en-US" b="1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0042" y="2714612"/>
          <a:ext cx="5929355" cy="61046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8654"/>
                <a:gridCol w="1743088"/>
                <a:gridCol w="1185871"/>
                <a:gridCol w="1185871"/>
                <a:gridCol w="1185871"/>
              </a:tblGrid>
              <a:tr h="478237">
                <a:tc>
                  <a:txBody>
                    <a:bodyPr/>
                    <a:lstStyle/>
                    <a:p>
                      <a:pPr lvl="0" algn="ctr"/>
                      <a:r>
                        <a:rPr lang="en-US" sz="1200" b="1" dirty="0" smtClean="0"/>
                        <a:t>S.NO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TOPIC NAMES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COMPLETED</a:t>
                      </a:r>
                      <a:r>
                        <a:rPr lang="en-US" sz="1200" b="1" baseline="0" dirty="0" smtClean="0"/>
                        <a:t> </a:t>
                      </a:r>
                    </a:p>
                    <a:p>
                      <a:pPr algn="ctr"/>
                      <a:r>
                        <a:rPr lang="en-US" sz="1200" b="1" baseline="0" dirty="0" smtClean="0"/>
                        <a:t>DATE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SUBMISSSION DATE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REMARKS</a:t>
                      </a:r>
                      <a:endParaRPr lang="en-US" sz="1200" b="1" dirty="0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Basic seems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 Hand seems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KIDS</a:t>
                      </a:r>
                      <a:r>
                        <a:rPr lang="en-US" sz="1100" baseline="0" dirty="0" smtClean="0"/>
                        <a:t> - garments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Kids kurthi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Kids long frock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Kids lehanga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 Kids</a:t>
                      </a:r>
                      <a:r>
                        <a:rPr lang="en-US" sz="1100" baseline="0" dirty="0" smtClean="0"/>
                        <a:t> Jump suit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WOMENS</a:t>
                      </a:r>
                      <a:r>
                        <a:rPr lang="en-US" sz="1100" baseline="0" dirty="0" smtClean="0"/>
                        <a:t> - GARMENTS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/>
                        <a:t>Kurthi </a:t>
                      </a:r>
                      <a:r>
                        <a:rPr lang="en-US" sz="1100" baseline="0" dirty="0" smtClean="0"/>
                        <a:t> 1 -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/>
                        <a:t>Kurthi </a:t>
                      </a:r>
                      <a:r>
                        <a:rPr lang="en-US" sz="1100" baseline="0" dirty="0" smtClean="0"/>
                        <a:t> 2 -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 smtClean="0"/>
                        <a:t>Kurthi </a:t>
                      </a:r>
                      <a:r>
                        <a:rPr lang="en-US" sz="1100" baseline="0" dirty="0" smtClean="0"/>
                        <a:t> 3 -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23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smtClean="0"/>
                        <a:t>Kurthi </a:t>
                      </a:r>
                      <a:r>
                        <a:rPr lang="en-US" sz="1100" baseline="0" dirty="0" smtClean="0"/>
                        <a:t> 4 -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5728" y="428596"/>
          <a:ext cx="6215105" cy="8138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14379"/>
                <a:gridCol w="1771663"/>
                <a:gridCol w="1243021"/>
                <a:gridCol w="1243021"/>
                <a:gridCol w="1243021"/>
              </a:tblGrid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Long frock 1 -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Long frock 2 -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Long frock 3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-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Long frock 4 -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/>
                        <a:t>Skirt 1 - 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Skirt 2 - 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Skirt 3</a:t>
                      </a:r>
                      <a:r>
                        <a:rPr lang="en-US" sz="1200" baseline="0" dirty="0" smtClean="0"/>
                        <a:t> </a:t>
                      </a:r>
                      <a:r>
                        <a:rPr lang="en-US" sz="1200" dirty="0" smtClean="0"/>
                        <a:t>- </a:t>
                      </a:r>
                    </a:p>
                    <a:p>
                      <a:pPr algn="l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Blouse 1 -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Blouse 2 -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Blouse 3 -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Blouse 4 -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Blouse 5 -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Blouse 6 -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Blouse 7 -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Pant</a:t>
                      </a:r>
                      <a:r>
                        <a:rPr lang="en-US" sz="1200" baseline="0" dirty="0" smtClean="0"/>
                        <a:t> 1-   Trouser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Pant</a:t>
                      </a:r>
                      <a:r>
                        <a:rPr lang="en-US" sz="1200" baseline="0" dirty="0" smtClean="0"/>
                        <a:t> 2-   Patiala</a:t>
                      </a:r>
                      <a:endParaRPr lang="en-US" sz="1200" dirty="0" smtClean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Pant</a:t>
                      </a:r>
                      <a:r>
                        <a:rPr lang="en-US" sz="1200" baseline="0" dirty="0" smtClean="0"/>
                        <a:t> 3-   Palazzo</a:t>
                      </a:r>
                      <a:endParaRPr lang="en-US" sz="1200" dirty="0" smtClean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Pant</a:t>
                      </a:r>
                      <a:r>
                        <a:rPr lang="en-US" sz="1200" baseline="0" dirty="0" smtClean="0"/>
                        <a:t> 4-   Straight cut</a:t>
                      </a:r>
                      <a:endParaRPr lang="en-US" sz="1200" dirty="0" smtClean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Pant</a:t>
                      </a:r>
                      <a:r>
                        <a:rPr lang="en-US" sz="1200" baseline="0" dirty="0" smtClean="0"/>
                        <a:t> 5-   Kali pant</a:t>
                      </a:r>
                      <a:endParaRPr lang="en-US" sz="1200" dirty="0" smtClean="0"/>
                    </a:p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63696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 smtClean="0"/>
                        <a:t>Long shrug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-20250627-WA0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867" y="1785918"/>
            <a:ext cx="5525936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Student Name:                                                                 Batch Name:</a:t>
            </a:r>
          </a:p>
          <a:p>
            <a:r>
              <a:rPr lang="en-US" sz="1600" dirty="0" smtClean="0"/>
              <a:t>Registration No:                                                                     Year:</a:t>
            </a:r>
          </a:p>
          <a:p>
            <a:r>
              <a:rPr lang="en-US" b="1" dirty="0" smtClean="0"/>
              <a:t>                                      1 YEAR COURSE EMBROIDERY 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4288" y="2658718"/>
          <a:ext cx="6215108" cy="627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8951"/>
                <a:gridCol w="1827091"/>
                <a:gridCol w="1243022"/>
                <a:gridCol w="1243022"/>
                <a:gridCol w="1243022"/>
              </a:tblGrid>
              <a:tr h="442027">
                <a:tc>
                  <a:txBody>
                    <a:bodyPr/>
                    <a:lstStyle/>
                    <a:p>
                      <a:pPr lvl="0" algn="ctr"/>
                      <a:r>
                        <a:rPr lang="en-US" sz="1200" b="1" dirty="0" smtClean="0"/>
                        <a:t>S.NO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TOPIC NAMES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COMPLETED</a:t>
                      </a:r>
                      <a:r>
                        <a:rPr lang="en-US" sz="1200" b="1" baseline="0" dirty="0" smtClean="0"/>
                        <a:t> </a:t>
                      </a:r>
                    </a:p>
                    <a:p>
                      <a:pPr algn="ctr"/>
                      <a:r>
                        <a:rPr lang="en-US" sz="1200" b="1" baseline="0" dirty="0" smtClean="0"/>
                        <a:t>DATE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SUBMISSSION DATE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REMARKS</a:t>
                      </a:r>
                      <a:endParaRPr lang="en-US" sz="1200" b="1" dirty="0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Running</a:t>
                      </a:r>
                      <a:r>
                        <a:rPr lang="en-US" sz="1100" baseline="0" dirty="0" smtClean="0"/>
                        <a:t>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Back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Running wipped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5362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Split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Stem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Chain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Blanket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Herring bone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Fly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Cable 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Sat in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Pistil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Crown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1908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Lazy daisy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28604" y="142844"/>
          <a:ext cx="6000793" cy="857256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6228"/>
                <a:gridCol w="1764088"/>
                <a:gridCol w="1200159"/>
                <a:gridCol w="1200159"/>
                <a:gridCol w="1200159"/>
              </a:tblGrid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Reverse chain 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French knot 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Fern 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Fish bone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 smtClean="0"/>
                        <a:t>19</a:t>
                      </a:r>
                      <a:endParaRPr lang="en-US" sz="1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Flower design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Basket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Seed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Twist chain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Wave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Woven rose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Long and short stitch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Pony</a:t>
                      </a:r>
                      <a:r>
                        <a:rPr lang="en-US" sz="1100" baseline="0" dirty="0" smtClean="0"/>
                        <a:t>tail hairstyle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French braid hairstyle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 smtClean="0"/>
                        <a:t>Bun</a:t>
                      </a:r>
                      <a:r>
                        <a:rPr lang="en-US" sz="1100" b="0" baseline="0" dirty="0" smtClean="0"/>
                        <a:t> hairstyle</a:t>
                      </a:r>
                      <a:endParaRPr lang="en-US" sz="11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French knot bun hairstyle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Free</a:t>
                      </a:r>
                      <a:r>
                        <a:rPr lang="en-US" sz="1100" baseline="0" dirty="0" smtClean="0"/>
                        <a:t> hairstyle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5</a:t>
                      </a:r>
                      <a:r>
                        <a:rPr lang="en-US" sz="1100" baseline="0" dirty="0" smtClean="0"/>
                        <a:t> types of smocking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Applica</a:t>
                      </a:r>
                      <a:r>
                        <a:rPr lang="en-US" sz="1100" baseline="0" dirty="0" smtClean="0"/>
                        <a:t> work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 Basic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dirty="0" smtClean="0"/>
                        <a:t>Aari</a:t>
                      </a:r>
                      <a:r>
                        <a:rPr lang="en-US" sz="1100" baseline="0" dirty="0" smtClean="0"/>
                        <a:t> work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50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Calendar art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72503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5 types of Hairstyle</a:t>
                      </a:r>
                      <a:r>
                        <a:rPr lang="en-US" sz="1100" baseline="0" dirty="0" smtClean="0"/>
                        <a:t> with garment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-20250627-WA0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867" y="1785918"/>
            <a:ext cx="5525936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Student Name:                                                                 Batch Name:</a:t>
            </a:r>
          </a:p>
          <a:p>
            <a:r>
              <a:rPr lang="en-US" sz="1600" dirty="0" smtClean="0"/>
              <a:t>Registration No:                                                                     Year:</a:t>
            </a:r>
          </a:p>
          <a:p>
            <a:r>
              <a:rPr lang="en-US" b="1" dirty="0" smtClean="0"/>
              <a:t>                              1</a:t>
            </a:r>
            <a:r>
              <a:rPr lang="en-US" b="1" baseline="30000" dirty="0" smtClean="0"/>
              <a:t> </a:t>
            </a:r>
            <a:r>
              <a:rPr lang="en-US" b="1" dirty="0" smtClean="0"/>
              <a:t>YEAR COURSE BEAUTICIAN 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479" y="3047998"/>
          <a:ext cx="5857914" cy="58102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8084"/>
                <a:gridCol w="1585081"/>
                <a:gridCol w="1171583"/>
                <a:gridCol w="1171583"/>
                <a:gridCol w="1171583"/>
              </a:tblGrid>
              <a:tr h="509674">
                <a:tc>
                  <a:txBody>
                    <a:bodyPr/>
                    <a:lstStyle/>
                    <a:p>
                      <a:pPr lvl="0" algn="ctr"/>
                      <a:r>
                        <a:rPr lang="en-US" sz="1200" b="1" dirty="0" smtClean="0"/>
                        <a:t>S.NO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TOPIC NAMES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COMPLETED</a:t>
                      </a:r>
                      <a:r>
                        <a:rPr lang="en-US" sz="1200" b="1" baseline="0" dirty="0" smtClean="0"/>
                        <a:t> </a:t>
                      </a:r>
                    </a:p>
                    <a:p>
                      <a:pPr algn="ctr"/>
                      <a:r>
                        <a:rPr lang="en-US" sz="1200" b="1" baseline="0" dirty="0" smtClean="0"/>
                        <a:t>DATE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SUBMISSSION DATE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REMARKS</a:t>
                      </a:r>
                      <a:endParaRPr lang="en-US" sz="1200" b="1" dirty="0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Threading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Facial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Hairstyle-1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Hairstyle-2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Hairstyle-3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Hairstyle-4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Hairstyle-5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Saree draping-1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smtClean="0"/>
                        <a:t>Saree draping-2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Saree pre pleating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Make-up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Flower making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0773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Mehandi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G-20250627-WA0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144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5867" y="1785918"/>
            <a:ext cx="5700600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smtClean="0"/>
              <a:t>Student Name:                                                                 Batch Name:</a:t>
            </a:r>
          </a:p>
          <a:p>
            <a:r>
              <a:rPr lang="en-US" sz="1600" dirty="0" smtClean="0"/>
              <a:t>Registration No:                                                                     Year:</a:t>
            </a:r>
          </a:p>
          <a:p>
            <a:r>
              <a:rPr lang="en-US" b="1" dirty="0" smtClean="0"/>
              <a:t>              1</a:t>
            </a:r>
            <a:r>
              <a:rPr lang="en-US" b="1" baseline="30000" dirty="0" smtClean="0"/>
              <a:t> </a:t>
            </a:r>
            <a:r>
              <a:rPr lang="en-US" b="1" dirty="0" smtClean="0"/>
              <a:t>YEAR COURSE SOFTWARE-ADOBE ILLUSTRATOR</a:t>
            </a:r>
            <a:endParaRPr lang="en-US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14290" y="2643174"/>
          <a:ext cx="6215105" cy="650083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4309"/>
                <a:gridCol w="1681733"/>
                <a:gridCol w="1243021"/>
                <a:gridCol w="1243021"/>
                <a:gridCol w="1243021"/>
              </a:tblGrid>
              <a:tr h="490012">
                <a:tc>
                  <a:txBody>
                    <a:bodyPr/>
                    <a:lstStyle/>
                    <a:p>
                      <a:pPr lvl="0" algn="ctr"/>
                      <a:r>
                        <a:rPr lang="en-US" sz="1200" b="1" dirty="0" smtClean="0"/>
                        <a:t>S.NO</a:t>
                      </a:r>
                      <a:endParaRPr 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TOPIC NAMES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COMPLETED</a:t>
                      </a:r>
                      <a:r>
                        <a:rPr lang="en-US" sz="1200" b="1" baseline="0" dirty="0" smtClean="0"/>
                        <a:t> </a:t>
                      </a:r>
                    </a:p>
                    <a:p>
                      <a:pPr algn="ctr"/>
                      <a:r>
                        <a:rPr lang="en-US" sz="1200" b="1" baseline="0" dirty="0" smtClean="0"/>
                        <a:t>DATE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SUBMISSSION DATE</a:t>
                      </a:r>
                      <a:endParaRPr 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REMARKS</a:t>
                      </a:r>
                      <a:endParaRPr lang="en-US" sz="1200" b="1" dirty="0"/>
                    </a:p>
                  </a:txBody>
                  <a:tcPr/>
                </a:tc>
              </a:tr>
              <a:tr h="45734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Introduction to adobe illustrator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Motif development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Vertical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Horizontal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Diagonal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7345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Rotate</a:t>
                      </a:r>
                      <a:r>
                        <a:rPr lang="en-US" sz="1100" b="1" baseline="0" dirty="0" smtClean="0"/>
                        <a:t> motif development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2-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dirty="0" smtClean="0"/>
                        <a:t>Repeat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4-</a:t>
                      </a:r>
                      <a:r>
                        <a:rPr lang="en-US" sz="1100" baseline="0" dirty="0" smtClean="0"/>
                        <a:t> </a:t>
                      </a:r>
                      <a:r>
                        <a:rPr lang="en-US" sz="1100" dirty="0" smtClean="0"/>
                        <a:t>Repeat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8- Repeat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12- Repeat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4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All over repeat pattern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All over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Brick by row repeat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Ogee</a:t>
                      </a:r>
                      <a:r>
                        <a:rPr lang="en-US" sz="1100" baseline="0" dirty="0" smtClean="0"/>
                        <a:t> repeat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920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Toss repeat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85728" y="785786"/>
          <a:ext cx="6215105" cy="764386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4309"/>
                <a:gridCol w="1681733"/>
                <a:gridCol w="1243021"/>
                <a:gridCol w="1243021"/>
                <a:gridCol w="1243021"/>
              </a:tblGrid>
              <a:tr h="5039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5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Clip masking method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6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Flat sketches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Trouser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Shorts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Skirt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Blazer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7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Garment spec-sheet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8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Jewelry designing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 smtClean="0"/>
                        <a:t>Pearl</a:t>
                      </a:r>
                      <a:r>
                        <a:rPr lang="en-US" sz="1100" baseline="0" dirty="0" smtClean="0"/>
                        <a:t> effect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Sequence</a:t>
                      </a:r>
                      <a:r>
                        <a:rPr lang="en-US" sz="1100" b="1" baseline="0" dirty="0" smtClean="0"/>
                        <a:t> effect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9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Business card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10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Logo creation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11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Garment Labels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03991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12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Garment patterns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8799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 smtClean="0"/>
                        <a:t>13</a:t>
                      </a: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 smtClean="0"/>
                        <a:t>Body form garment creation</a:t>
                      </a:r>
                      <a:endParaRPr lang="en-US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630</Words>
  <Application>Microsoft Office PowerPoint</Application>
  <PresentationFormat>On-screen Show (4:3)</PresentationFormat>
  <Paragraphs>312</Paragraphs>
  <Slides>9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HP</cp:lastModifiedBy>
  <cp:revision>6</cp:revision>
  <dcterms:created xsi:type="dcterms:W3CDTF">2025-10-30T09:12:07Z</dcterms:created>
  <dcterms:modified xsi:type="dcterms:W3CDTF">2025-11-06T04:38:36Z</dcterms:modified>
</cp:coreProperties>
</file>